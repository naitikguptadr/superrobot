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640080"/>
            <a:ext cx="1097280" cy="1097280"/>
          </a:xfrm>
          <a:prstGeom prst="ellipse">
            <a:avLst/>
          </a:prstGeom>
          <a:solidFill>
            <a:srgbClr val="1C2A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8482" y="782726"/>
            <a:ext cx="811987" cy="811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SuperRobot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371600" y="30632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any Python agent to DataRobot — without rebuilding it from scratch.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DataRobot-native brownfield control plane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no brownfield path to DataRobot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`dr` CLI assumes you start from a DR template.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Assist generates conversational agents from scratch.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helps if you already have a working agent somewhere else.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SuperRobot fills exactly that gap.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23760" y="1371600"/>
            <a:ext cx="4480560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160020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8839" y="1730959"/>
            <a:ext cx="744322" cy="7443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0" y="1508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min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0" y="2057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build time per deploy — even Python-only changes (BUZZOK-30076)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0" y="3154680"/>
            <a:ext cx="4480560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0" y="338328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839" y="3514039"/>
            <a:ext cx="744322" cy="7443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8686800" y="3840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migration tooling from foreign frameworks to DR agent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SuperRobot 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84434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CLI (Python)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37360" y="2148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transform → validate → deploy → receipts, all headless and scriptable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15468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3261665"/>
            <a:ext cx="608990" cy="608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108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shell (Pi)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73736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branded, conversational interface wired straight to the DataRobot LLM Gateway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57200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4678985"/>
            <a:ext cx="608990" cy="6089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4526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DataRobot skills, built in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737360" y="4983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DataRobot agent skills vendored and available out of the box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golden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0120" y="210312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2338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639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04542" y="2487168"/>
            <a:ext cx="225857" cy="274320"/>
          </a:xfrm>
          <a:prstGeom prst="rightArrow">
            <a:avLst/>
          </a:prstGeom>
          <a:solidFill>
            <a:srgbClr val="3DDBD9"/>
          </a:solidFill>
          <a:ln/>
        </p:spPr>
      </p:sp>
      <p:sp>
        <p:nvSpPr>
          <p:cNvPr id="8" name="Shape 5"/>
          <p:cNvSpPr/>
          <p:nvPr/>
        </p:nvSpPr>
        <p:spPr>
          <a:xfrm>
            <a:off x="3268980" y="210312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39" y="2233879"/>
            <a:ext cx="744322" cy="7443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6606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766060" y="3639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DR package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13402" y="2487168"/>
            <a:ext cx="225857" cy="274320"/>
          </a:xfrm>
          <a:prstGeom prst="rightArrow">
            <a:avLst/>
          </a:prstGeom>
          <a:solidFill>
            <a:srgbClr val="3DDBD9"/>
          </a:solidFill>
          <a:ln/>
        </p:spPr>
      </p:sp>
      <p:sp>
        <p:nvSpPr>
          <p:cNvPr id="13" name="Shape 9"/>
          <p:cNvSpPr/>
          <p:nvPr/>
        </p:nvSpPr>
        <p:spPr>
          <a:xfrm>
            <a:off x="5577840" y="210312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599" y="2233879"/>
            <a:ext cx="744322" cy="7443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74920" y="3639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22262" y="2487168"/>
            <a:ext cx="225857" cy="274320"/>
          </a:xfrm>
          <a:prstGeom prst="rightArrow">
            <a:avLst/>
          </a:prstGeom>
          <a:solidFill>
            <a:srgbClr val="3DDBD9"/>
          </a:solidFill>
          <a:ln/>
        </p:spPr>
      </p:sp>
      <p:sp>
        <p:nvSpPr>
          <p:cNvPr id="18" name="Shape 13"/>
          <p:cNvSpPr/>
          <p:nvPr/>
        </p:nvSpPr>
        <p:spPr>
          <a:xfrm>
            <a:off x="7886700" y="210312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59" y="2233879"/>
            <a:ext cx="744322" cy="74432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8378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383780" y="3639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App / Workload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431122" y="2487168"/>
            <a:ext cx="225857" cy="274320"/>
          </a:xfrm>
          <a:prstGeom prst="rightArrow">
            <a:avLst/>
          </a:prstGeom>
          <a:solidFill>
            <a:srgbClr val="3DDBD9"/>
          </a:solidFill>
          <a:ln/>
        </p:spPr>
      </p:sp>
      <p:sp>
        <p:nvSpPr>
          <p:cNvPr id="23" name="Shape 17"/>
          <p:cNvSpPr/>
          <p:nvPr/>
        </p:nvSpPr>
        <p:spPr>
          <a:xfrm>
            <a:off x="10195560" y="2103120"/>
            <a:ext cx="1005840" cy="100584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19" y="2233879"/>
            <a:ext cx="744322" cy="74432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9264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692640" y="3639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+ history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driven conversationally: the shell's chat agent calls these stages as real tools, gated by a confirm dialog before anything risky.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80160" y="1737360"/>
            <a:ext cx="9601200" cy="1234440"/>
          </a:xfrm>
          <a:prstGeom prst="roundRect">
            <a:avLst>
              <a:gd name="adj" fmla="val 8889"/>
            </a:avLst>
          </a:prstGeom>
          <a:solidFill>
            <a:srgbClr val="1C2A3F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0200" y="19019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shell (Node / Pi)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35915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chat UI · pipeline tools · live stage-rail widget · confirm gates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0" y="2953512"/>
            <a:ext cx="274320" cy="256032"/>
          </a:xfrm>
          <a:prstGeom prst="downArrow">
            <a:avLst/>
          </a:prstGeom>
          <a:solidFill>
            <a:srgbClr val="3DDBD9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3200400"/>
            <a:ext cx="9601200" cy="1234440"/>
          </a:xfrm>
          <a:prstGeom prst="roundRect">
            <a:avLst>
              <a:gd name="adj" fmla="val 8889"/>
            </a:avLst>
          </a:prstGeom>
          <a:solidFill>
            <a:srgbClr val="1C2A3F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33649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CLI (Python)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8221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transform · validate · deploy · receipts — headless, testable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4416552"/>
            <a:ext cx="274320" cy="256032"/>
          </a:xfrm>
          <a:prstGeom prst="downArrow">
            <a:avLst/>
          </a:prstGeom>
          <a:solidFill>
            <a:srgbClr val="3DDBD9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4663440"/>
            <a:ext cx="9601200" cy="1234440"/>
          </a:xfrm>
          <a:prstGeom prst="roundRect">
            <a:avLst>
              <a:gd name="adj" fmla="val 8889"/>
            </a:avLst>
          </a:prstGeom>
          <a:solidFill>
            <a:srgbClr val="1C2A3F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48280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DataRobot platform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52852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· Agent App · Workload API · Memory API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Latest: an agent-orchestrated shell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92024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20272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901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2331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naturally — the shell calls scan/transform/validate/deploy/receipts as real tools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92024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225" y="202722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901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stage-rail widget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98080" y="2331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docked panel tracks progress in real time, with an animated spinner on the active stage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3977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425196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5" y="4358945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233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Confirm-gated deploy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37360" y="4663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asks before a real deploy, surfacing known build-time and log-loss warnings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3977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25196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25" y="4358945"/>
            <a:ext cx="608990" cy="6089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4233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`superrobot`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98080" y="4663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the shell directly — plus DataRobot's official skills, vendored in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live, not just in theory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20240" y="155448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7225" y="166146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06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429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 across Python + shell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155448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425" y="1661465"/>
            <a:ext cx="608990" cy="608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2606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4617720" y="3429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DataRobot Gateway routing bug found and fixed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692640" y="1554480"/>
            <a:ext cx="822960" cy="822960"/>
          </a:xfrm>
          <a:prstGeom prst="ellipse">
            <a:avLst/>
          </a:prstGeom>
          <a:solidFill>
            <a:srgbClr val="111A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625" y="1661465"/>
            <a:ext cx="608990" cy="6089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2606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9"/>
          <p:cNvSpPr/>
          <p:nvPr/>
        </p:nvSpPr>
        <p:spPr>
          <a:xfrm>
            <a:off x="8503920" y="3429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path exercised against a live DataRobot environment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staging credentials, real transform + validate runs, real conversational tool calls.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188720"/>
            <a:ext cx="1005840" cy="1005840"/>
          </a:xfrm>
          <a:prstGeom prst="ellipse">
            <a:avLst/>
          </a:prstGeom>
          <a:solidFill>
            <a:srgbClr val="1C2A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319479"/>
            <a:ext cx="744322" cy="74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any agent to DataRobot.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7947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superrobot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F8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rebuild required.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2026-07-24T06:29:21Z</dcterms:created>
  <dcterms:modified xsi:type="dcterms:W3CDTF">2026-07-24T06:29:21Z</dcterms:modified>
</cp:coreProperties>
</file>